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2" r:id="rId4"/>
    <p:sldId id="263" r:id="rId5"/>
    <p:sldId id="264" r:id="rId6"/>
    <p:sldId id="267" r:id="rId7"/>
    <p:sldId id="261" r:id="rId8"/>
    <p:sldId id="257" r:id="rId9"/>
    <p:sldId id="259" r:id="rId10"/>
    <p:sldId id="260" r:id="rId11"/>
    <p:sldId id="272" r:id="rId12"/>
    <p:sldId id="271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310A"/>
    <a:srgbClr val="58267E"/>
    <a:srgbClr val="5C2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ra bijjal" userId="f81a4afef5e6cc08" providerId="LiveId" clId="{E335B4B9-ACFD-4D0C-ABA3-CD4B15D0A28A}"/>
    <pc:docChg chg="undo custSel addSld delSld modSld">
      <pc:chgData name="chaitra bijjal" userId="f81a4afef5e6cc08" providerId="LiveId" clId="{E335B4B9-ACFD-4D0C-ABA3-CD4B15D0A28A}" dt="2026-01-28T08:39:31.081" v="92" actId="47"/>
      <pc:docMkLst>
        <pc:docMk/>
      </pc:docMkLst>
      <pc:sldChg chg="addSp delSp modSp mod">
        <pc:chgData name="chaitra bijjal" userId="f81a4afef5e6cc08" providerId="LiveId" clId="{E335B4B9-ACFD-4D0C-ABA3-CD4B15D0A28A}" dt="2026-01-25T07:11:42.076" v="48" actId="20577"/>
        <pc:sldMkLst>
          <pc:docMk/>
          <pc:sldMk cId="3100225093" sldId="256"/>
        </pc:sldMkLst>
        <pc:spChg chg="add del mod">
          <ac:chgData name="chaitra bijjal" userId="f81a4afef5e6cc08" providerId="LiveId" clId="{E335B4B9-ACFD-4D0C-ABA3-CD4B15D0A28A}" dt="2026-01-25T07:11:36.748" v="37" actId="478"/>
          <ac:spMkLst>
            <pc:docMk/>
            <pc:sldMk cId="3100225093" sldId="256"/>
            <ac:spMk id="21" creationId="{3824527A-F229-7D05-2065-F1722B3C776C}"/>
          </ac:spMkLst>
        </pc:spChg>
        <pc:spChg chg="mod">
          <ac:chgData name="chaitra bijjal" userId="f81a4afef5e6cc08" providerId="LiveId" clId="{E335B4B9-ACFD-4D0C-ABA3-CD4B15D0A28A}" dt="2026-01-25T07:11:42.076" v="48" actId="20577"/>
          <ac:spMkLst>
            <pc:docMk/>
            <pc:sldMk cId="3100225093" sldId="256"/>
            <ac:spMk id="22" creationId="{CE7EDD88-4647-E939-4388-2047D536C251}"/>
          </ac:spMkLst>
        </pc:spChg>
        <pc:picChg chg="del">
          <ac:chgData name="chaitra bijjal" userId="f81a4afef5e6cc08" providerId="LiveId" clId="{E335B4B9-ACFD-4D0C-ABA3-CD4B15D0A28A}" dt="2026-01-25T07:10:18.794" v="0" actId="478"/>
          <ac:picMkLst>
            <pc:docMk/>
            <pc:sldMk cId="3100225093" sldId="256"/>
            <ac:picMk id="16" creationId="{DF42D9A4-0D4D-696D-C51B-FDF878A41AFF}"/>
          </ac:picMkLst>
        </pc:picChg>
      </pc:sldChg>
      <pc:sldChg chg="delSp mod">
        <pc:chgData name="chaitra bijjal" userId="f81a4afef5e6cc08" providerId="LiveId" clId="{E335B4B9-ACFD-4D0C-ABA3-CD4B15D0A28A}" dt="2026-01-25T07:10:46.147" v="7" actId="478"/>
        <pc:sldMkLst>
          <pc:docMk/>
          <pc:sldMk cId="581105887" sldId="257"/>
        </pc:sldMkLst>
        <pc:picChg chg="del">
          <ac:chgData name="chaitra bijjal" userId="f81a4afef5e6cc08" providerId="LiveId" clId="{E335B4B9-ACFD-4D0C-ABA3-CD4B15D0A28A}" dt="2026-01-25T07:10:46.147" v="7" actId="478"/>
          <ac:picMkLst>
            <pc:docMk/>
            <pc:sldMk cId="581105887" sldId="257"/>
            <ac:picMk id="11" creationId="{1D4524D0-53C9-BD99-FA75-5675DEC63C16}"/>
          </ac:picMkLst>
        </pc:picChg>
      </pc:sldChg>
      <pc:sldChg chg="delSp mod">
        <pc:chgData name="chaitra bijjal" userId="f81a4afef5e6cc08" providerId="LiveId" clId="{E335B4B9-ACFD-4D0C-ABA3-CD4B15D0A28A}" dt="2026-01-25T07:10:51.117" v="8" actId="478"/>
        <pc:sldMkLst>
          <pc:docMk/>
          <pc:sldMk cId="2851824859" sldId="259"/>
        </pc:sldMkLst>
        <pc:picChg chg="del">
          <ac:chgData name="chaitra bijjal" userId="f81a4afef5e6cc08" providerId="LiveId" clId="{E335B4B9-ACFD-4D0C-ABA3-CD4B15D0A28A}" dt="2026-01-25T07:10:51.117" v="8" actId="478"/>
          <ac:picMkLst>
            <pc:docMk/>
            <pc:sldMk cId="2851824859" sldId="259"/>
            <ac:picMk id="11" creationId="{F1CCA3E4-3B29-2696-0261-D09F3EC7B0C2}"/>
          </ac:picMkLst>
        </pc:picChg>
      </pc:sldChg>
      <pc:sldChg chg="addSp delSp modSp mod">
        <pc:chgData name="chaitra bijjal" userId="f81a4afef5e6cc08" providerId="LiveId" clId="{E335B4B9-ACFD-4D0C-ABA3-CD4B15D0A28A}" dt="2026-01-25T07:14:24.084" v="69" actId="1076"/>
        <pc:sldMkLst>
          <pc:docMk/>
          <pc:sldMk cId="1418806688" sldId="260"/>
        </pc:sldMkLst>
        <pc:picChg chg="add mod">
          <ac:chgData name="chaitra bijjal" userId="f81a4afef5e6cc08" providerId="LiveId" clId="{E335B4B9-ACFD-4D0C-ABA3-CD4B15D0A28A}" dt="2026-01-25T07:14:24.084" v="69" actId="1076"/>
          <ac:picMkLst>
            <pc:docMk/>
            <pc:sldMk cId="1418806688" sldId="260"/>
            <ac:picMk id="4" creationId="{179E3697-8C56-8EAD-FA66-B4F2483DF2EB}"/>
          </ac:picMkLst>
        </pc:picChg>
        <pc:picChg chg="del">
          <ac:chgData name="chaitra bijjal" userId="f81a4afef5e6cc08" providerId="LiveId" clId="{E335B4B9-ACFD-4D0C-ABA3-CD4B15D0A28A}" dt="2026-01-25T07:10:53.565" v="9" actId="478"/>
          <ac:picMkLst>
            <pc:docMk/>
            <pc:sldMk cId="1418806688" sldId="260"/>
            <ac:picMk id="9" creationId="{EE7A25B2-C3DE-C555-26AE-B05597FA7AD1}"/>
          </ac:picMkLst>
        </pc:picChg>
        <pc:picChg chg="del">
          <ac:chgData name="chaitra bijjal" userId="f81a4afef5e6cc08" providerId="LiveId" clId="{E335B4B9-ACFD-4D0C-ABA3-CD4B15D0A28A}" dt="2026-01-25T07:14:16.571" v="66" actId="478"/>
          <ac:picMkLst>
            <pc:docMk/>
            <pc:sldMk cId="1418806688" sldId="260"/>
            <ac:picMk id="13" creationId="{A97C179A-303E-646A-420B-7911E1596178}"/>
          </ac:picMkLst>
        </pc:picChg>
      </pc:sldChg>
      <pc:sldChg chg="delSp mod">
        <pc:chgData name="chaitra bijjal" userId="f81a4afef5e6cc08" providerId="LiveId" clId="{E335B4B9-ACFD-4D0C-ABA3-CD4B15D0A28A}" dt="2026-01-25T07:10:42.858" v="6" actId="478"/>
        <pc:sldMkLst>
          <pc:docMk/>
          <pc:sldMk cId="3059384727" sldId="261"/>
        </pc:sldMkLst>
        <pc:picChg chg="del">
          <ac:chgData name="chaitra bijjal" userId="f81a4afef5e6cc08" providerId="LiveId" clId="{E335B4B9-ACFD-4D0C-ABA3-CD4B15D0A28A}" dt="2026-01-25T07:10:42.858" v="6" actId="478"/>
          <ac:picMkLst>
            <pc:docMk/>
            <pc:sldMk cId="3059384727" sldId="261"/>
            <ac:picMk id="16" creationId="{DF42D9A4-0D4D-696D-C51B-FDF878A41AFF}"/>
          </ac:picMkLst>
        </pc:picChg>
      </pc:sldChg>
      <pc:sldChg chg="delSp mod">
        <pc:chgData name="chaitra bijjal" userId="f81a4afef5e6cc08" providerId="LiveId" clId="{E335B4B9-ACFD-4D0C-ABA3-CD4B15D0A28A}" dt="2026-01-25T07:10:25.987" v="2" actId="478"/>
        <pc:sldMkLst>
          <pc:docMk/>
          <pc:sldMk cId="2324949035" sldId="262"/>
        </pc:sldMkLst>
        <pc:picChg chg="del">
          <ac:chgData name="chaitra bijjal" userId="f81a4afef5e6cc08" providerId="LiveId" clId="{E335B4B9-ACFD-4D0C-ABA3-CD4B15D0A28A}" dt="2026-01-25T07:10:25.987" v="2" actId="478"/>
          <ac:picMkLst>
            <pc:docMk/>
            <pc:sldMk cId="2324949035" sldId="262"/>
            <ac:picMk id="16" creationId="{DF42D9A4-0D4D-696D-C51B-FDF878A41AFF}"/>
          </ac:picMkLst>
        </pc:picChg>
      </pc:sldChg>
      <pc:sldChg chg="delSp mod">
        <pc:chgData name="chaitra bijjal" userId="f81a4afef5e6cc08" providerId="LiveId" clId="{E335B4B9-ACFD-4D0C-ABA3-CD4B15D0A28A}" dt="2026-01-25T07:10:28.878" v="3" actId="478"/>
        <pc:sldMkLst>
          <pc:docMk/>
          <pc:sldMk cId="4101741293" sldId="263"/>
        </pc:sldMkLst>
        <pc:picChg chg="del">
          <ac:chgData name="chaitra bijjal" userId="f81a4afef5e6cc08" providerId="LiveId" clId="{E335B4B9-ACFD-4D0C-ABA3-CD4B15D0A28A}" dt="2026-01-25T07:10:28.878" v="3" actId="478"/>
          <ac:picMkLst>
            <pc:docMk/>
            <pc:sldMk cId="4101741293" sldId="263"/>
            <ac:picMk id="16" creationId="{DF42D9A4-0D4D-696D-C51B-FDF878A41AFF}"/>
          </ac:picMkLst>
        </pc:picChg>
      </pc:sldChg>
      <pc:sldChg chg="delSp mod">
        <pc:chgData name="chaitra bijjal" userId="f81a4afef5e6cc08" providerId="LiveId" clId="{E335B4B9-ACFD-4D0C-ABA3-CD4B15D0A28A}" dt="2026-01-25T07:10:31.619" v="4" actId="478"/>
        <pc:sldMkLst>
          <pc:docMk/>
          <pc:sldMk cId="2480118632" sldId="264"/>
        </pc:sldMkLst>
        <pc:picChg chg="del">
          <ac:chgData name="chaitra bijjal" userId="f81a4afef5e6cc08" providerId="LiveId" clId="{E335B4B9-ACFD-4D0C-ABA3-CD4B15D0A28A}" dt="2026-01-25T07:10:31.619" v="4" actId="478"/>
          <ac:picMkLst>
            <pc:docMk/>
            <pc:sldMk cId="2480118632" sldId="264"/>
            <ac:picMk id="16" creationId="{DF42D9A4-0D4D-696D-C51B-FDF878A41AFF}"/>
          </ac:picMkLst>
        </pc:picChg>
      </pc:sldChg>
      <pc:sldChg chg="delSp mod">
        <pc:chgData name="chaitra bijjal" userId="f81a4afef5e6cc08" providerId="LiveId" clId="{E335B4B9-ACFD-4D0C-ABA3-CD4B15D0A28A}" dt="2026-01-25T07:10:22.334" v="1" actId="478"/>
        <pc:sldMkLst>
          <pc:docMk/>
          <pc:sldMk cId="2554123660" sldId="265"/>
        </pc:sldMkLst>
        <pc:picChg chg="del">
          <ac:chgData name="chaitra bijjal" userId="f81a4afef5e6cc08" providerId="LiveId" clId="{E335B4B9-ACFD-4D0C-ABA3-CD4B15D0A28A}" dt="2026-01-25T07:10:22.334" v="1" actId="478"/>
          <ac:picMkLst>
            <pc:docMk/>
            <pc:sldMk cId="2554123660" sldId="265"/>
            <ac:picMk id="16" creationId="{DF42D9A4-0D4D-696D-C51B-FDF878A41AFF}"/>
          </ac:picMkLst>
        </pc:picChg>
      </pc:sldChg>
      <pc:sldChg chg="delSp modSp mod">
        <pc:chgData name="chaitra bijjal" userId="f81a4afef5e6cc08" providerId="LiveId" clId="{E335B4B9-ACFD-4D0C-ABA3-CD4B15D0A28A}" dt="2026-01-25T07:12:10.838" v="65" actId="20577"/>
        <pc:sldMkLst>
          <pc:docMk/>
          <pc:sldMk cId="1143153146" sldId="267"/>
        </pc:sldMkLst>
        <pc:spChg chg="del mod">
          <ac:chgData name="chaitra bijjal" userId="f81a4afef5e6cc08" providerId="LiveId" clId="{E335B4B9-ACFD-4D0C-ABA3-CD4B15D0A28A}" dt="2026-01-25T07:12:07.474" v="55" actId="478"/>
          <ac:spMkLst>
            <pc:docMk/>
            <pc:sldMk cId="1143153146" sldId="267"/>
            <ac:spMk id="21" creationId="{3824527A-F229-7D05-2065-F1722B3C776C}"/>
          </ac:spMkLst>
        </pc:spChg>
        <pc:spChg chg="mod">
          <ac:chgData name="chaitra bijjal" userId="f81a4afef5e6cc08" providerId="LiveId" clId="{E335B4B9-ACFD-4D0C-ABA3-CD4B15D0A28A}" dt="2026-01-25T07:12:10.838" v="65" actId="20577"/>
          <ac:spMkLst>
            <pc:docMk/>
            <pc:sldMk cId="1143153146" sldId="267"/>
            <ac:spMk id="22" creationId="{CE7EDD88-4647-E939-4388-2047D536C251}"/>
          </ac:spMkLst>
        </pc:spChg>
        <pc:picChg chg="del">
          <ac:chgData name="chaitra bijjal" userId="f81a4afef5e6cc08" providerId="LiveId" clId="{E335B4B9-ACFD-4D0C-ABA3-CD4B15D0A28A}" dt="2026-01-25T07:10:39.996" v="5" actId="478"/>
          <ac:picMkLst>
            <pc:docMk/>
            <pc:sldMk cId="1143153146" sldId="267"/>
            <ac:picMk id="16" creationId="{DF42D9A4-0D4D-696D-C51B-FDF878A41AFF}"/>
          </ac:picMkLst>
        </pc:picChg>
      </pc:sldChg>
      <pc:sldChg chg="delSp modSp del mod">
        <pc:chgData name="chaitra bijjal" userId="f81a4afef5e6cc08" providerId="LiveId" clId="{E335B4B9-ACFD-4D0C-ABA3-CD4B15D0A28A}" dt="2026-01-25T07:16:23.987" v="75" actId="47"/>
        <pc:sldMkLst>
          <pc:docMk/>
          <pc:sldMk cId="2075581920" sldId="268"/>
        </pc:sldMkLst>
        <pc:spChg chg="mod">
          <ac:chgData name="chaitra bijjal" userId="f81a4afef5e6cc08" providerId="LiveId" clId="{E335B4B9-ACFD-4D0C-ABA3-CD4B15D0A28A}" dt="2026-01-25T07:11:07.245" v="16" actId="1036"/>
          <ac:spMkLst>
            <pc:docMk/>
            <pc:sldMk cId="2075581920" sldId="268"/>
            <ac:spMk id="6" creationId="{1B1A6F43-CE5A-E0B9-2D0D-B4542EC5881D}"/>
          </ac:spMkLst>
        </pc:spChg>
        <pc:spChg chg="del">
          <ac:chgData name="chaitra bijjal" userId="f81a4afef5e6cc08" providerId="LiveId" clId="{E335B4B9-ACFD-4D0C-ABA3-CD4B15D0A28A}" dt="2026-01-25T07:11:17.649" v="17" actId="478"/>
          <ac:spMkLst>
            <pc:docMk/>
            <pc:sldMk cId="2075581920" sldId="268"/>
            <ac:spMk id="8" creationId="{86F61ED6-A436-445D-D4EE-1C965F354057}"/>
          </ac:spMkLst>
        </pc:spChg>
        <pc:picChg chg="del">
          <ac:chgData name="chaitra bijjal" userId="f81a4afef5e6cc08" providerId="LiveId" clId="{E335B4B9-ACFD-4D0C-ABA3-CD4B15D0A28A}" dt="2026-01-25T07:11:05.248" v="14" actId="478"/>
          <ac:picMkLst>
            <pc:docMk/>
            <pc:sldMk cId="2075581920" sldId="268"/>
            <ac:picMk id="9" creationId="{EE7A25B2-C3DE-C555-26AE-B05597FA7AD1}"/>
          </ac:picMkLst>
        </pc:picChg>
      </pc:sldChg>
      <pc:sldChg chg="delSp mod">
        <pc:chgData name="chaitra bijjal" userId="f81a4afef5e6cc08" providerId="LiveId" clId="{E335B4B9-ACFD-4D0C-ABA3-CD4B15D0A28A}" dt="2026-01-25T07:11:00.862" v="12" actId="478"/>
        <pc:sldMkLst>
          <pc:docMk/>
          <pc:sldMk cId="4078606058" sldId="269"/>
        </pc:sldMkLst>
        <pc:picChg chg="del">
          <ac:chgData name="chaitra bijjal" userId="f81a4afef5e6cc08" providerId="LiveId" clId="{E335B4B9-ACFD-4D0C-ABA3-CD4B15D0A28A}" dt="2026-01-25T07:11:00.862" v="12" actId="478"/>
          <ac:picMkLst>
            <pc:docMk/>
            <pc:sldMk cId="4078606058" sldId="269"/>
            <ac:picMk id="9" creationId="{EE7A25B2-C3DE-C555-26AE-B05597FA7AD1}"/>
          </ac:picMkLst>
        </pc:picChg>
      </pc:sldChg>
      <pc:sldChg chg="delSp mod">
        <pc:chgData name="chaitra bijjal" userId="f81a4afef5e6cc08" providerId="LiveId" clId="{E335B4B9-ACFD-4D0C-ABA3-CD4B15D0A28A}" dt="2026-01-25T07:11:03.016" v="13" actId="478"/>
        <pc:sldMkLst>
          <pc:docMk/>
          <pc:sldMk cId="4040124602" sldId="270"/>
        </pc:sldMkLst>
        <pc:picChg chg="del">
          <ac:chgData name="chaitra bijjal" userId="f81a4afef5e6cc08" providerId="LiveId" clId="{E335B4B9-ACFD-4D0C-ABA3-CD4B15D0A28A}" dt="2026-01-25T07:11:03.016" v="13" actId="478"/>
          <ac:picMkLst>
            <pc:docMk/>
            <pc:sldMk cId="4040124602" sldId="270"/>
            <ac:picMk id="9" creationId="{EE7A25B2-C3DE-C555-26AE-B05597FA7AD1}"/>
          </ac:picMkLst>
        </pc:picChg>
      </pc:sldChg>
      <pc:sldChg chg="delSp mod">
        <pc:chgData name="chaitra bijjal" userId="f81a4afef5e6cc08" providerId="LiveId" clId="{E335B4B9-ACFD-4D0C-ABA3-CD4B15D0A28A}" dt="2026-01-25T07:10:58.611" v="11" actId="478"/>
        <pc:sldMkLst>
          <pc:docMk/>
          <pc:sldMk cId="2450672045" sldId="271"/>
        </pc:sldMkLst>
        <pc:picChg chg="del">
          <ac:chgData name="chaitra bijjal" userId="f81a4afef5e6cc08" providerId="LiveId" clId="{E335B4B9-ACFD-4D0C-ABA3-CD4B15D0A28A}" dt="2026-01-25T07:10:58.611" v="11" actId="478"/>
          <ac:picMkLst>
            <pc:docMk/>
            <pc:sldMk cId="2450672045" sldId="271"/>
            <ac:picMk id="9" creationId="{EE7A25B2-C3DE-C555-26AE-B05597FA7AD1}"/>
          </ac:picMkLst>
        </pc:picChg>
      </pc:sldChg>
      <pc:sldChg chg="addSp delSp modSp mod">
        <pc:chgData name="chaitra bijjal" userId="f81a4afef5e6cc08" providerId="LiveId" clId="{E335B4B9-ACFD-4D0C-ABA3-CD4B15D0A28A}" dt="2026-01-25T07:16:07.875" v="73" actId="1076"/>
        <pc:sldMkLst>
          <pc:docMk/>
          <pc:sldMk cId="1667860424" sldId="272"/>
        </pc:sldMkLst>
        <pc:picChg chg="add mod">
          <ac:chgData name="chaitra bijjal" userId="f81a4afef5e6cc08" providerId="LiveId" clId="{E335B4B9-ACFD-4D0C-ABA3-CD4B15D0A28A}" dt="2026-01-25T07:16:07.875" v="73" actId="1076"/>
          <ac:picMkLst>
            <pc:docMk/>
            <pc:sldMk cId="1667860424" sldId="272"/>
            <ac:picMk id="4" creationId="{8673A3ED-2E74-AF9F-4113-E4530B5910CD}"/>
          </ac:picMkLst>
        </pc:picChg>
        <pc:picChg chg="del">
          <ac:chgData name="chaitra bijjal" userId="f81a4afef5e6cc08" providerId="LiveId" clId="{E335B4B9-ACFD-4D0C-ABA3-CD4B15D0A28A}" dt="2026-01-25T07:10:56.316" v="10" actId="478"/>
          <ac:picMkLst>
            <pc:docMk/>
            <pc:sldMk cId="1667860424" sldId="272"/>
            <ac:picMk id="9" creationId="{EE7A25B2-C3DE-C555-26AE-B05597FA7AD1}"/>
          </ac:picMkLst>
        </pc:picChg>
        <pc:picChg chg="del">
          <ac:chgData name="chaitra bijjal" userId="f81a4afef5e6cc08" providerId="LiveId" clId="{E335B4B9-ACFD-4D0C-ABA3-CD4B15D0A28A}" dt="2026-01-25T07:14:34.991" v="70" actId="478"/>
          <ac:picMkLst>
            <pc:docMk/>
            <pc:sldMk cId="1667860424" sldId="272"/>
            <ac:picMk id="14" creationId="{16EAC769-72B7-7692-5266-BE47316D6F4C}"/>
          </ac:picMkLst>
        </pc:picChg>
      </pc:sldChg>
      <pc:sldChg chg="addSp modSp new del mod">
        <pc:chgData name="chaitra bijjal" userId="f81a4afef5e6cc08" providerId="LiveId" clId="{E335B4B9-ACFD-4D0C-ABA3-CD4B15D0A28A}" dt="2026-01-28T08:39:31.081" v="92" actId="47"/>
        <pc:sldMkLst>
          <pc:docMk/>
          <pc:sldMk cId="1059832224" sldId="273"/>
        </pc:sldMkLst>
        <pc:picChg chg="add mod">
          <ac:chgData name="chaitra bijjal" userId="f81a4afef5e6cc08" providerId="LiveId" clId="{E335B4B9-ACFD-4D0C-ABA3-CD4B15D0A28A}" dt="2026-01-28T08:39:05.322" v="88" actId="14100"/>
          <ac:picMkLst>
            <pc:docMk/>
            <pc:sldMk cId="1059832224" sldId="273"/>
            <ac:picMk id="3" creationId="{4D39A09C-5232-5782-BC0A-C1D5E0E1E3C6}"/>
          </ac:picMkLst>
        </pc:picChg>
        <pc:picChg chg="add mod">
          <ac:chgData name="chaitra bijjal" userId="f81a4afef5e6cc08" providerId="LiveId" clId="{E335B4B9-ACFD-4D0C-ABA3-CD4B15D0A28A}" dt="2026-01-28T08:39:01.474" v="87" actId="14100"/>
          <ac:picMkLst>
            <pc:docMk/>
            <pc:sldMk cId="1059832224" sldId="273"/>
            <ac:picMk id="5" creationId="{776BFDE6-91FD-1191-DA73-7C087F0AC772}"/>
          </ac:picMkLst>
        </pc:picChg>
        <pc:picChg chg="add mod">
          <ac:chgData name="chaitra bijjal" userId="f81a4afef5e6cc08" providerId="LiveId" clId="{E335B4B9-ACFD-4D0C-ABA3-CD4B15D0A28A}" dt="2026-01-28T08:39:22.181" v="91" actId="1076"/>
          <ac:picMkLst>
            <pc:docMk/>
            <pc:sldMk cId="1059832224" sldId="273"/>
            <ac:picMk id="7" creationId="{308C41B1-5259-BB16-E849-0AFDB7227D32}"/>
          </ac:picMkLst>
        </pc:picChg>
      </pc:sldChg>
      <pc:sldChg chg="del">
        <pc:chgData name="chaitra bijjal" userId="f81a4afef5e6cc08" providerId="LiveId" clId="{E335B4B9-ACFD-4D0C-ABA3-CD4B15D0A28A}" dt="2026-01-25T07:16:22.113" v="74" actId="47"/>
        <pc:sldMkLst>
          <pc:docMk/>
          <pc:sldMk cId="2122533814" sldId="273"/>
        </pc:sldMkLst>
      </pc:sldChg>
    </pc:docChg>
  </pc:docChgLst>
  <pc:docChgLst>
    <pc:chgData name="chaitra bijjal" userId="f81a4afef5e6cc08" providerId="LiveId" clId="{C4765606-6874-4311-9B9D-E14279C58704}"/>
    <pc:docChg chg="undo custSel modSld">
      <pc:chgData name="chaitra bijjal" userId="f81a4afef5e6cc08" providerId="LiveId" clId="{C4765606-6874-4311-9B9D-E14279C58704}" dt="2026-01-13T11:29:47.691" v="6" actId="20577"/>
      <pc:docMkLst>
        <pc:docMk/>
      </pc:docMkLst>
      <pc:sldChg chg="modSp mod">
        <pc:chgData name="chaitra bijjal" userId="f81a4afef5e6cc08" providerId="LiveId" clId="{C4765606-6874-4311-9B9D-E14279C58704}" dt="2026-01-13T11:29:47.691" v="6" actId="20577"/>
        <pc:sldMkLst>
          <pc:docMk/>
          <pc:sldMk cId="4040124602" sldId="270"/>
        </pc:sldMkLst>
        <pc:spChg chg="mod">
          <ac:chgData name="chaitra bijjal" userId="f81a4afef5e6cc08" providerId="LiveId" clId="{C4765606-6874-4311-9B9D-E14279C58704}" dt="2026-01-13T11:29:47.691" v="6" actId="20577"/>
          <ac:spMkLst>
            <pc:docMk/>
            <pc:sldMk cId="4040124602" sldId="270"/>
            <ac:spMk id="4" creationId="{4B23BDED-D892-65C9-F8DF-5ED226A60B6B}"/>
          </ac:spMkLst>
        </pc:spChg>
        <pc:spChg chg="mod">
          <ac:chgData name="chaitra bijjal" userId="f81a4afef5e6cc08" providerId="LiveId" clId="{C4765606-6874-4311-9B9D-E14279C58704}" dt="2026-01-13T08:06:16.283" v="0" actId="20577"/>
          <ac:spMkLst>
            <pc:docMk/>
            <pc:sldMk cId="4040124602" sldId="270"/>
            <ac:spMk id="6" creationId="{1B1A6F43-CE5A-E0B9-2D0D-B4542EC588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EE8D-ADB3-3E53-47A2-72F22152D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E8CBAF-D34B-2591-7175-B41A377EB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908A8-95E9-0F9B-0E1A-550702C44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20304-AC78-74FF-E705-426ACEBA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0C465-82A1-DFA0-E2AE-A884E7B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88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65082-3CDB-AC5D-E3C4-94AE5F7D6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BB710-19A5-BA5D-BE70-8A4C8CF24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DE99D-BFCA-C400-D705-AD2BC5CF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72184-0BE3-271D-D120-9FB338EC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2E1A7-FD6A-A0CC-0B87-D1869A613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853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715C-2418-F1AD-76ED-B669C83DC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6D50F-BD2C-D27B-4721-097742863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7393-0F35-ED0A-C2FC-86B5769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969B9-5412-6671-A3E5-A7FAC914E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7AD53-EAA9-1951-D92F-143F55CC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78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E03A3-2748-4E3B-85A7-9D88249FB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F94A3-EDE4-2719-A7FA-899F33200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1A3D6-9187-773E-672F-AC900B589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95535-2428-A231-C5E4-03BC624C2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8E672-CB57-4676-C384-860CE382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58345-07DC-243B-8D14-86120F81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228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7FAD-8CF7-6EC8-3CD8-24C6B8498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059B3-20FD-4312-5AF9-2C702A6EE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92FBE-92EE-4AD2-58CD-B3BBA3F39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AF9228-7B4B-61A6-9CE2-79AC9F396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256B0-AD3B-6461-36FE-FBB924A26B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F0E921-996A-BFAE-1A3F-1F91EDAA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4DC9B-2EBD-F0CA-9E45-11C996E83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BD836-0690-4947-65E4-8B81C3C9F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81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8889-7EE5-B4DA-517C-E9284EB22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1A7E28-F0DB-A276-125A-9712732BC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1D9D1-FBE7-48D0-BA80-0BBBA7FD1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AE2BAC-A6AD-7E3E-C658-0398951B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74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A13C5-B024-8DE1-9448-B33F970F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75B0F-4047-B6E6-D4E8-EC2ADB321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FCDAA-9E53-A860-C3AD-19BE1755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792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E1CB1-6C68-AA9E-6D17-CB81E561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D7D-DA99-BEDA-57F5-97F792BCF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F1E89-A16E-85F4-7CE0-63487DCE1F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B6947-8BC6-67A3-9D1C-9AC7764A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5BE83-248E-D5C2-7670-857D76B1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4D699-6783-BDF9-FD89-135C48BB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1980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4580-B47A-E9A1-D35C-65AA6606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F3B0B-3028-6962-F95C-A33625FF12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E48E54-A4C3-D207-ADDD-68CFE0CBF7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8009C-BD39-2761-77B7-4E70AED27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3DAB8-363A-940B-18CD-246D69CDA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C9B1C4-DC30-4F4F-A6E8-AA0D1764E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51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F3E3-C383-BD81-687E-2DB0594CA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14F5F-C9EA-856B-7CBA-9445A6F8A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757E8-C055-9760-3AD8-839CDAD9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2D919-D79F-E38C-6C5D-51D0FCBC1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D55D1-D53A-D4F5-9C2D-821067504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698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E88AC-2305-68B1-A54F-56CED9488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5408F-3E01-939A-E74A-DF7DFDA2C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497EB-4ED5-C605-8E86-E90CC3493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34DDA-FBB4-1C85-1C2E-7D78E1708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A048B-15A2-62C4-1CD1-059B94205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43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F68B8A-13E5-F6D3-D2C9-1FF526FDA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AC9E6-FA11-801A-9752-A57306389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33230-D476-9E6F-EDBD-5DD7627B5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3F456-25FA-47B2-BBCD-9CC275A129AB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03ED7-E4C3-46BD-3042-99A2109DFA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9B7C4-03F4-6EB3-50F8-8C9324A18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BC02F-4CF0-4A10-AEDE-7B9CBC5C90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39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FB79F-019A-F7AB-44ED-2F9C91BBFF09}"/>
              </a:ext>
            </a:extLst>
          </p:cNvPr>
          <p:cNvSpPr txBox="1"/>
          <p:nvPr/>
        </p:nvSpPr>
        <p:spPr>
          <a:xfrm>
            <a:off x="2670915" y="2503397"/>
            <a:ext cx="68493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036" name="Picture 12" descr="Sql server - Free logo icons">
            <a:extLst>
              <a:ext uri="{FF2B5EF4-FFF2-40B4-BE49-F238E27FC236}">
                <a16:creationId xmlns:a16="http://schemas.microsoft.com/office/drawing/2014/main" id="{02548670-A845-BBFE-D1B5-FA4BF1A0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631" y="4030384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7677C923-4DA7-A24C-DFE2-8ADC84F3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976" y="4203766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7EDD88-4647-E939-4388-2047D536C251}"/>
              </a:ext>
            </a:extLst>
          </p:cNvPr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4400" dirty="0">
                <a:solidFill>
                  <a:srgbClr val="FF0000"/>
                </a:solidFill>
                <a:latin typeface="Lato Black" panose="020F0A02020204030203" pitchFamily="34" charset="0"/>
              </a:rPr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310022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A82A6-176D-0A74-4B69-70628C6E7254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804BC-064B-8AF6-02ED-5ECFE314FFCB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FB79F-019A-F7AB-44ED-2F9C91BBFF09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036" name="Picture 12" descr="Sql server - Free logo icons">
            <a:extLst>
              <a:ext uri="{FF2B5EF4-FFF2-40B4-BE49-F238E27FC236}">
                <a16:creationId xmlns:a16="http://schemas.microsoft.com/office/drawing/2014/main" id="{02548670-A845-BBFE-D1B5-FA4BF1A0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7677C923-4DA7-A24C-DFE2-8ADC84F3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F9C3BC-262D-4161-BA79-059CB11CB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042" name="Picture 18" descr="Data Import / Export through files — CMDBuild">
            <a:extLst>
              <a:ext uri="{FF2B5EF4-FFF2-40B4-BE49-F238E27FC236}">
                <a16:creationId xmlns:a16="http://schemas.microsoft.com/office/drawing/2014/main" id="{0EE8105C-0328-F623-8742-DFD8F8A6C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123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A82A6-176D-0A74-4B69-70628C6E7254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804BC-064B-8AF6-02ED-5ECFE314FFCB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FB79F-019A-F7AB-44ED-2F9C91BBFF09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036" name="Picture 12" descr="Sql server - Free logo icons">
            <a:extLst>
              <a:ext uri="{FF2B5EF4-FFF2-40B4-BE49-F238E27FC236}">
                <a16:creationId xmlns:a16="http://schemas.microsoft.com/office/drawing/2014/main" id="{02548670-A845-BBFE-D1B5-FA4BF1A0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7677C923-4DA7-A24C-DFE2-8ADC84F3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F9C3BC-262D-4161-BA79-059CB11CBD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6146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6BC0A571-CC0F-DBDD-B075-C83DF2AC8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949035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A82A6-176D-0A74-4B69-70628C6E7254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804BC-064B-8AF6-02ED-5ECFE314FFCB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FB79F-019A-F7AB-44ED-2F9C91BBFF09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036" name="Picture 12" descr="Sql server - Free logo icons">
            <a:extLst>
              <a:ext uri="{FF2B5EF4-FFF2-40B4-BE49-F238E27FC236}">
                <a16:creationId xmlns:a16="http://schemas.microsoft.com/office/drawing/2014/main" id="{02548670-A845-BBFE-D1B5-FA4BF1A0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7677C923-4DA7-A24C-DFE2-8ADC84F3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AAACB2-E2DD-7881-503E-D8244EF72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1676" y="2443161"/>
            <a:ext cx="10919534" cy="374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74129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A82A6-176D-0A74-4B69-70628C6E7254}"/>
              </a:ext>
            </a:extLst>
          </p:cNvPr>
          <p:cNvSpPr txBox="1"/>
          <p:nvPr/>
        </p:nvSpPr>
        <p:spPr>
          <a:xfrm>
            <a:off x="569342" y="1310135"/>
            <a:ext cx="210484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804BC-064B-8AF6-02ED-5ECFE314FFCB}"/>
              </a:ext>
            </a:extLst>
          </p:cNvPr>
          <p:cNvSpPr txBox="1"/>
          <p:nvPr/>
        </p:nvSpPr>
        <p:spPr>
          <a:xfrm>
            <a:off x="2674189" y="1310135"/>
            <a:ext cx="17295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REPORT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FB79F-019A-F7AB-44ED-2F9C91BBFF09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036" name="Picture 12" descr="Sql server - Free logo icons">
            <a:extLst>
              <a:ext uri="{FF2B5EF4-FFF2-40B4-BE49-F238E27FC236}">
                <a16:creationId xmlns:a16="http://schemas.microsoft.com/office/drawing/2014/main" id="{02548670-A845-BBFE-D1B5-FA4BF1A0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7677C923-4DA7-A24C-DFE2-8ADC84F3F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3D4051-5E75-9CCF-E35A-A84D257B0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3925" y="1310135"/>
            <a:ext cx="6043184" cy="5311600"/>
          </a:xfrm>
          <a:prstGeom prst="rect">
            <a:avLst/>
          </a:prstGeom>
        </p:spPr>
      </p:pic>
      <p:pic>
        <p:nvPicPr>
          <p:cNvPr id="7170" name="Picture 2" descr="Document PNGs for Free Download">
            <a:extLst>
              <a:ext uri="{FF2B5EF4-FFF2-40B4-BE49-F238E27FC236}">
                <a16:creationId xmlns:a16="http://schemas.microsoft.com/office/drawing/2014/main" id="{B56B7F7E-F397-E07E-8304-6F74647E0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88" y="2851030"/>
            <a:ext cx="3159830" cy="254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11863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8FB79F-019A-F7AB-44ED-2F9C91BBFF09}"/>
              </a:ext>
            </a:extLst>
          </p:cNvPr>
          <p:cNvSpPr txBox="1"/>
          <p:nvPr/>
        </p:nvSpPr>
        <p:spPr>
          <a:xfrm>
            <a:off x="2670915" y="2503397"/>
            <a:ext cx="684937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>
                <a:solidFill>
                  <a:srgbClr val="00B0F0"/>
                </a:solidFill>
                <a:latin typeface="Lato Black" panose="020F0A02020204030203" pitchFamily="34" charset="0"/>
              </a:rPr>
              <a:t>TABLEAU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7EDD88-4647-E939-4388-2047D536C251}"/>
              </a:ext>
            </a:extLst>
          </p:cNvPr>
          <p:cNvSpPr txBox="1"/>
          <p:nvPr/>
        </p:nvSpPr>
        <p:spPr>
          <a:xfrm>
            <a:off x="475491" y="157641"/>
            <a:ext cx="112402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</a:t>
            </a:r>
            <a:r>
              <a:rPr lang="en-IN" sz="4400" dirty="0">
                <a:solidFill>
                  <a:srgbClr val="FF0000"/>
                </a:solidFill>
                <a:latin typeface="Lato Black" panose="020F0A02020204030203" pitchFamily="34" charset="0"/>
              </a:rPr>
              <a:t> PROJECT</a:t>
            </a:r>
          </a:p>
        </p:txBody>
      </p:sp>
      <p:pic>
        <p:nvPicPr>
          <p:cNvPr id="2" name="Picture 2" descr="Tableau Logo PNG Vectors Free Download">
            <a:extLst>
              <a:ext uri="{FF2B5EF4-FFF2-40B4-BE49-F238E27FC236}">
                <a16:creationId xmlns:a16="http://schemas.microsoft.com/office/drawing/2014/main" id="{7C0088F9-1891-6105-2C39-1EEF3CE11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961" y="3857002"/>
            <a:ext cx="2475543" cy="244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15314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DA82A6-176D-0A74-4B69-70628C6E725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804BC-064B-8AF6-02ED-5ECFE314FFCB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2" name="Picture 12" descr="Sql server - Free logo icons">
            <a:extLst>
              <a:ext uri="{FF2B5EF4-FFF2-40B4-BE49-F238E27FC236}">
                <a16:creationId xmlns:a16="http://schemas.microsoft.com/office/drawing/2014/main" id="{E4809ADD-06C4-946A-9580-971AA0A4F8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770" y="251298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1D209F85-7A10-29AB-7BB1-DA8CAEE719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5DCB5D0-FEEB-FC1C-9B8D-8C05E8A7D6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ableau Logo PNG Vectors Free Download">
            <a:extLst>
              <a:ext uri="{FF2B5EF4-FFF2-40B4-BE49-F238E27FC236}">
                <a16:creationId xmlns:a16="http://schemas.microsoft.com/office/drawing/2014/main" id="{F43E17C9-7F6B-FCE5-1DB8-717219047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687" y="2786332"/>
            <a:ext cx="2475543" cy="244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13C2AAD6-8706-59FB-A17A-73657575A30A}"/>
              </a:ext>
            </a:extLst>
          </p:cNvPr>
          <p:cNvGrpSpPr/>
          <p:nvPr/>
        </p:nvGrpSpPr>
        <p:grpSpPr>
          <a:xfrm>
            <a:off x="836762" y="182841"/>
            <a:ext cx="4679913" cy="830997"/>
            <a:chOff x="836762" y="182841"/>
            <a:chExt cx="4679913" cy="8309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F8FB79F-019A-F7AB-44ED-2F9C91BBFF09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9" name="Picture 2" descr="Tableau Logo PNG Vectors Free Download">
              <a:extLst>
                <a:ext uri="{FF2B5EF4-FFF2-40B4-BE49-F238E27FC236}">
                  <a16:creationId xmlns:a16="http://schemas.microsoft.com/office/drawing/2014/main" id="{CF7F0094-1287-9AE0-DDC5-01D66412D2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59384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A269A-AC81-59DF-40B0-2F115531D3D7}"/>
              </a:ext>
            </a:extLst>
          </p:cNvPr>
          <p:cNvSpPr txBox="1"/>
          <p:nvPr/>
        </p:nvSpPr>
        <p:spPr>
          <a:xfrm>
            <a:off x="436354" y="1292879"/>
            <a:ext cx="129377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23C1-A248-66FC-05A6-7E1AA766DBDC}"/>
              </a:ext>
            </a:extLst>
          </p:cNvPr>
          <p:cNvSpPr txBox="1"/>
          <p:nvPr/>
        </p:nvSpPr>
        <p:spPr>
          <a:xfrm>
            <a:off x="1730127" y="1292879"/>
            <a:ext cx="264957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PROCESSING</a:t>
            </a:r>
          </a:p>
        </p:txBody>
      </p:sp>
      <p:pic>
        <p:nvPicPr>
          <p:cNvPr id="2050" name="Picture 2" descr="Data processing - Free computer icons">
            <a:extLst>
              <a:ext uri="{FF2B5EF4-FFF2-40B4-BE49-F238E27FC236}">
                <a16:creationId xmlns:a16="http://schemas.microsoft.com/office/drawing/2014/main" id="{053B20BA-D506-5948-750B-406257915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77" y="2534582"/>
            <a:ext cx="3313981" cy="3313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A959FB-25BE-D975-642C-9FDA16427034}"/>
              </a:ext>
            </a:extLst>
          </p:cNvPr>
          <p:cNvGrpSpPr/>
          <p:nvPr/>
        </p:nvGrpSpPr>
        <p:grpSpPr>
          <a:xfrm>
            <a:off x="417547" y="164196"/>
            <a:ext cx="4679913" cy="830997"/>
            <a:chOff x="836762" y="182841"/>
            <a:chExt cx="467991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2C7D6F-F90B-3FA7-13E3-8B858A7C261C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12" name="Picture 2" descr="Tableau Logo PNG Vectors Free Download">
              <a:extLst>
                <a:ext uri="{FF2B5EF4-FFF2-40B4-BE49-F238E27FC236}">
                  <a16:creationId xmlns:a16="http://schemas.microsoft.com/office/drawing/2014/main" id="{13A2CB41-032B-8C35-470D-05F2F21CA2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5C049D5-9979-19D7-6954-05A7C9CC8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2330" y="1930879"/>
            <a:ext cx="4231028" cy="34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0588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A269A-AC81-59DF-40B0-2F115531D3D7}"/>
              </a:ext>
            </a:extLst>
          </p:cNvPr>
          <p:cNvSpPr txBox="1"/>
          <p:nvPr/>
        </p:nvSpPr>
        <p:spPr>
          <a:xfrm>
            <a:off x="436354" y="1370517"/>
            <a:ext cx="129377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23C1-A248-66FC-05A6-7E1AA766DBDC}"/>
              </a:ext>
            </a:extLst>
          </p:cNvPr>
          <p:cNvSpPr txBox="1"/>
          <p:nvPr/>
        </p:nvSpPr>
        <p:spPr>
          <a:xfrm>
            <a:off x="1730127" y="1370517"/>
            <a:ext cx="3109292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VISUALIZATION</a:t>
            </a:r>
          </a:p>
        </p:txBody>
      </p:sp>
      <p:pic>
        <p:nvPicPr>
          <p:cNvPr id="4098" name="Picture 2" descr="Data visualization - Free marketing icons">
            <a:extLst>
              <a:ext uri="{FF2B5EF4-FFF2-40B4-BE49-F238E27FC236}">
                <a16:creationId xmlns:a16="http://schemas.microsoft.com/office/drawing/2014/main" id="{477B733A-1A0F-D22C-F2C9-CFD08F258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12" y="2584873"/>
            <a:ext cx="3891951" cy="389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7D569F1-885C-C67D-8B7F-F1708F35FFD0}"/>
              </a:ext>
            </a:extLst>
          </p:cNvPr>
          <p:cNvGrpSpPr/>
          <p:nvPr/>
        </p:nvGrpSpPr>
        <p:grpSpPr>
          <a:xfrm>
            <a:off x="436354" y="255507"/>
            <a:ext cx="4679913" cy="830997"/>
            <a:chOff x="836762" y="182841"/>
            <a:chExt cx="4679913" cy="8309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8817A0-A700-2F3A-31D4-BD7B04DCB25D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10" name="Picture 2" descr="Tableau Logo PNG Vectors Free Download">
              <a:extLst>
                <a:ext uri="{FF2B5EF4-FFF2-40B4-BE49-F238E27FC236}">
                  <a16:creationId xmlns:a16="http://schemas.microsoft.com/office/drawing/2014/main" id="{D500BB91-A3E0-C8A2-E078-08C469C91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B4A0C51-820A-A43C-710B-7A79D732C8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3753" y="2128990"/>
            <a:ext cx="6156319" cy="2865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82485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23C1-A248-66FC-05A6-7E1AA766DBDC}"/>
              </a:ext>
            </a:extLst>
          </p:cNvPr>
          <p:cNvSpPr txBox="1"/>
          <p:nvPr/>
        </p:nvSpPr>
        <p:spPr>
          <a:xfrm>
            <a:off x="5501425" y="243069"/>
            <a:ext cx="4459857" cy="5847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REPORT/ DASHBOARD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21EE6E-A6DB-7ED9-19BB-C4AEBB6931DA}"/>
              </a:ext>
            </a:extLst>
          </p:cNvPr>
          <p:cNvGrpSpPr/>
          <p:nvPr/>
        </p:nvGrpSpPr>
        <p:grpSpPr>
          <a:xfrm>
            <a:off x="410756" y="119957"/>
            <a:ext cx="4679913" cy="830997"/>
            <a:chOff x="836762" y="182841"/>
            <a:chExt cx="4679913" cy="83099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76770EF-8E2A-B354-6699-B01E47700581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11" name="Picture 2" descr="Tableau Logo PNG Vectors Free Download">
              <a:extLst>
                <a:ext uri="{FF2B5EF4-FFF2-40B4-BE49-F238E27FC236}">
                  <a16:creationId xmlns:a16="http://schemas.microsoft.com/office/drawing/2014/main" id="{AE7A65C3-7578-A3FD-E3CF-577D9CF9A9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9E3697-8C56-8EAD-FA66-B4F2483DF2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728" y="1070911"/>
            <a:ext cx="9615151" cy="545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806688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723C1-A248-66FC-05A6-7E1AA766DBDC}"/>
              </a:ext>
            </a:extLst>
          </p:cNvPr>
          <p:cNvSpPr txBox="1"/>
          <p:nvPr/>
        </p:nvSpPr>
        <p:spPr>
          <a:xfrm>
            <a:off x="5501425" y="243069"/>
            <a:ext cx="4459857" cy="5847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REPORT/ DASHBOARD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E6987DD-9C4E-E6E0-8A9F-A9B03C0991A9}"/>
              </a:ext>
            </a:extLst>
          </p:cNvPr>
          <p:cNvGrpSpPr/>
          <p:nvPr/>
        </p:nvGrpSpPr>
        <p:grpSpPr>
          <a:xfrm>
            <a:off x="410756" y="119957"/>
            <a:ext cx="4679913" cy="830997"/>
            <a:chOff x="836762" y="182841"/>
            <a:chExt cx="4679913" cy="83099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214711F-50FE-DADF-1527-EC421B7BEC4C}"/>
                </a:ext>
              </a:extLst>
            </p:cNvPr>
            <p:cNvSpPr txBox="1"/>
            <p:nvPr/>
          </p:nvSpPr>
          <p:spPr>
            <a:xfrm>
              <a:off x="1486701" y="182841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00B0F0"/>
                  </a:solidFill>
                  <a:latin typeface="Lato Black" panose="020F0A02020204030203" pitchFamily="34" charset="0"/>
                </a:rPr>
                <a:t>TABLEAU</a:t>
              </a:r>
            </a:p>
          </p:txBody>
        </p:sp>
        <p:pic>
          <p:nvPicPr>
            <p:cNvPr id="12" name="Picture 2" descr="Tableau Logo PNG Vectors Free Download">
              <a:extLst>
                <a:ext uri="{FF2B5EF4-FFF2-40B4-BE49-F238E27FC236}">
                  <a16:creationId xmlns:a16="http://schemas.microsoft.com/office/drawing/2014/main" id="{493D2CFA-1B76-3053-FC82-F575F46E8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762" y="313974"/>
              <a:ext cx="576416" cy="5687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673A3ED-2E74-AF9F-4113-E4530B5910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6" y="1050826"/>
            <a:ext cx="9494944" cy="558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6042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673525"/>
            <a:ext cx="10248181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We need to analyze key indicators for our pizza sales data to gain insights into our business performance. Specifically, we want to calculate the following metrics:</a:t>
            </a:r>
          </a:p>
          <a:p>
            <a:pPr algn="l">
              <a:lnSpc>
                <a:spcPct val="150000"/>
              </a:lnSpc>
            </a:pPr>
            <a:endParaRPr lang="en-US" b="1" i="0" dirty="0"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Century Gothic" panose="020B0502020202020204" pitchFamily="34" charset="0"/>
            </a:endParaRP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entury Gothic" panose="020B0502020202020204" pitchFamily="34" charset="0"/>
              </a:rPr>
              <a:t>Total Revenue: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sum of the total price of all pizza orders.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Average Order Value: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average amount spent per order, calculated by dividing the total revenue by the total number of orders.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Total Pizzas Sold: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sum of the quantities of all pizzas sold.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Total Orders: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total number of orders placed.</a:t>
            </a:r>
          </a:p>
          <a:p>
            <a:pPr marL="342900" indent="-342900" algn="l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Average Pizzas Per Order: </a:t>
            </a: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The average number of pizzas sold per order, calculated by dividing the total number of pizzas sold by the total number of orders.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1065010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KPI’s REQUIREMENT</a:t>
            </a:r>
          </a:p>
        </p:txBody>
      </p:sp>
    </p:spTree>
    <p:extLst>
      <p:ext uri="{BB962C8B-B14F-4D97-AF65-F5344CB8AC3E}">
        <p14:creationId xmlns:p14="http://schemas.microsoft.com/office/powerpoint/2010/main" val="245067204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8626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404834"/>
            <a:ext cx="11593902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rPr>
              <a:t>We would like to visualize various aspects of our pizza sales data to gain insights and understand key trends. We have identified the following requirements for creating charts: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Hourly Trend for Total Pizzas Sold: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stacked bar chart that displays the hourly trend of total orders over a specific time period. This chart will help us identify any patterns or fluctuations in order volumes on a hourly basis.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2.Weekly Trend for Total Orders: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line chart that illustrates the weekly trend of total orders throughout the year. This chart will allow us to identify peak weeks or periods of high order activity.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3.Percentage of Sales by Pizza Category:</a:t>
            </a:r>
          </a:p>
          <a:p>
            <a:pPr algn="l">
              <a:lnSpc>
                <a:spcPct val="150000"/>
              </a:lnSpc>
            </a:pPr>
            <a:r>
              <a:rPr lang="en-US" b="1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Century Gothic" panose="020B0502020202020204" pitchFamily="34" charset="0"/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CHARTS REQUIREMENT</a:t>
            </a:r>
          </a:p>
        </p:txBody>
      </p:sp>
    </p:spTree>
    <p:extLst>
      <p:ext uri="{BB962C8B-B14F-4D97-AF65-F5344CB8AC3E}">
        <p14:creationId xmlns:p14="http://schemas.microsoft.com/office/powerpoint/2010/main" val="407860605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EF7426-A82B-9F32-8383-9C7897B943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3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0"/>
            <a:ext cx="1219121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B1A6F43-CE5A-E0B9-2D0D-B4542EC5881D}"/>
              </a:ext>
            </a:extLst>
          </p:cNvPr>
          <p:cNvSpPr/>
          <p:nvPr/>
        </p:nvSpPr>
        <p:spPr>
          <a:xfrm>
            <a:off x="0" y="0"/>
            <a:ext cx="12191210" cy="68580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85000"/>
                </a:schemeClr>
              </a:gs>
              <a:gs pos="100000">
                <a:srgbClr val="5C2A08">
                  <a:alpha val="88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632C60-16E5-C12E-7644-B668FC01872D}"/>
              </a:ext>
            </a:extLst>
          </p:cNvPr>
          <p:cNvSpPr txBox="1"/>
          <p:nvPr/>
        </p:nvSpPr>
        <p:spPr>
          <a:xfrm>
            <a:off x="327804" y="113936"/>
            <a:ext cx="8648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accent3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dirty="0"/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23BDED-D892-65C9-F8DF-5ED226A60B6B}"/>
              </a:ext>
            </a:extLst>
          </p:cNvPr>
          <p:cNvSpPr txBox="1"/>
          <p:nvPr/>
        </p:nvSpPr>
        <p:spPr>
          <a:xfrm>
            <a:off x="327804" y="1404834"/>
            <a:ext cx="115939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b="1" i="0"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4.Percentage of Sales by Pizza Size: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Generate a pie chart that represents the percentage of sales attributed to different pizza sizes. This chart will help us understand customer preferences for pizza sizes and their impact on sales.</a:t>
            </a:r>
          </a:p>
          <a:p>
            <a:r>
              <a:rPr lang="en-US" dirty="0">
                <a:solidFill>
                  <a:srgbClr val="FFFF00"/>
                </a:solidFill>
              </a:rPr>
              <a:t>5.Total Pizzas Sold by Pizza Category: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funnel chart that presents the total number of pizzas sold for each pizza category. This chart will allow us to compare the sales performance of different pizza categories.</a:t>
            </a:r>
          </a:p>
          <a:p>
            <a:r>
              <a:rPr lang="en-US" dirty="0">
                <a:solidFill>
                  <a:srgbClr val="FFFF00"/>
                </a:solidFill>
              </a:rPr>
              <a:t>6.Top 5 Best Sellers by Revenue, Total Quantity and Total Orders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bar chart highlighting the top 5 best-selling pizzas based on the Revenue, Total Quantity, Total Orders. This chart will help us identify the most popular pizza options.</a:t>
            </a:r>
          </a:p>
          <a:p>
            <a:r>
              <a:rPr lang="en-US" dirty="0">
                <a:solidFill>
                  <a:srgbClr val="FFFF00"/>
                </a:solidFill>
              </a:rPr>
              <a:t>7. Bottom 5 Best Sellers by Revenue, Total Quantity and Total Orders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 a bar chart showcasing the bottom 5 worst-selling pizzas based on the Revenue, Total Quantity, Total Orders. This chart will enable us to identify underperforming or less popular pizza options.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F61ED6-A436-445D-D4EE-1C965F354057}"/>
              </a:ext>
            </a:extLst>
          </p:cNvPr>
          <p:cNvSpPr txBox="1"/>
          <p:nvPr/>
        </p:nvSpPr>
        <p:spPr>
          <a:xfrm>
            <a:off x="327804" y="874801"/>
            <a:ext cx="8648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CHARTS REQUIREMENT</a:t>
            </a:r>
          </a:p>
        </p:txBody>
      </p:sp>
    </p:spTree>
    <p:extLst>
      <p:ext uri="{BB962C8B-B14F-4D97-AF65-F5344CB8AC3E}">
        <p14:creationId xmlns:p14="http://schemas.microsoft.com/office/powerpoint/2010/main" val="404012460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3695</TotalTime>
  <Words>520</Words>
  <Application>Microsoft Office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Lato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chaitra bijjal</cp:lastModifiedBy>
  <cp:revision>52</cp:revision>
  <dcterms:created xsi:type="dcterms:W3CDTF">2023-06-12T11:11:52Z</dcterms:created>
  <dcterms:modified xsi:type="dcterms:W3CDTF">2026-01-28T08:39:32Z</dcterms:modified>
</cp:coreProperties>
</file>